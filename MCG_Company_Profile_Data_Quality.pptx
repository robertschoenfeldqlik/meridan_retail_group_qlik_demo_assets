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</a:t>
            </a:r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</a:t>
            </a:r>
            <a:pPr indent="0" marL="0">
              <a:buNone/>
            </a:pPr>
            <a:r>
              <a:rPr lang="en-US" sz="4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store with global reach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C492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&amp; Data Quality Assessment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 •  Prepared for Senior Leadership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Connected Logistics, Analytics &amp; Real-time Intelligence Technology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at a Glance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325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062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118872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325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06240" y="27432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20624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27432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$3.8B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9552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Revenue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1987, Rotterdam  •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van der Berg  •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Chen  •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Ramanathan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Home goods  •  Electronics  •  Apparel  •  Grocery &amp; Fresh  •  Health &amp; Wellness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Landscape — A Tangled Web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distinct source systems  •  6 ERP instances  •  3 WMS platforms  •  2 POS systems  •  14 spreadsheet trackers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S/4HANA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WMS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Americas, 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 WMS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Storefront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Yonder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Kinaxis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EU, APAC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Descartes TMS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Tive / Sensitech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Cold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EU, Americas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POS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Retail Xstore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Full-format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(partial)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SQL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can't we see what's happening in our own supply chain?" — CEO Ingrid van der Berg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C492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Data Quality Nightmares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$127M in annual losses from data quality failures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COMMERCE GROUP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Data Quality Nightmares — $127M Annual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914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Inventory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9601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IRA: 74% vs 97% target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09928"/>
            <a:ext cx="502920" cy="502920"/>
          </a:xfrm>
          <a:prstGeom prst="ellipse">
            <a:avLst/>
          </a:prstGeom>
          <a:solidFill>
            <a:srgbClr val="C492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1664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Catastrophe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709928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7099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16642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 first-delivery rejection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502920" cy="502920"/>
          </a:xfrm>
          <a:prstGeom prst="ellipse">
            <a:avLst/>
          </a:prstGeom>
          <a:solidFill>
            <a:srgbClr val="C4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59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241401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 Mess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2459736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4597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24140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 SKUs missing weight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09544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9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1638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Pipelines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3209544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2095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0" y="31638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4.3-day detection time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959352"/>
            <a:ext cx="502920" cy="502920"/>
          </a:xfrm>
          <a:prstGeom prst="ellipse">
            <a:avLst/>
          </a:prstGeom>
          <a:solidFill>
            <a:srgbClr val="C492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3913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Babel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29200" y="3959352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9593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39136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TZs, no standards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88720" y="4663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Black Hole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29200" y="47091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709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$14.8M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15200" y="4663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missing tracking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5458968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88720" y="5413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0" y="5458968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5458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315200" y="54132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11-day recall vs 24h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6263640"/>
            <a:ext cx="1124712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#1: Phantom Inventory — $48M Annual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F2F4F7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Record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Rotterdam Incident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SAP showed 500 units of BT Speaker at Rotterdam DC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7190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Oracle WMS showed 312 units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06654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 count: 287 units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1401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Cause: WMS-SAP batch job failed silently for 4.3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7614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alert was ever generated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108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847 phantom inventory units across 42 SKUs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4564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 stores had preventable stockouts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855 hours of manual reconciliation daily across 1,140 stores. Store managers spend 45 minutes every morning reconciling inventory in spreadsheets.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asking warehouse staff to do a 15-20 minute manual sync check every morning. That's 855 hours of labor across our DC network, every day."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Henrik Jansen, VP Warehouse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#6: Carrier Data Black Hole — $14.8M Annual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Globally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Tracking #s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9050">
            <a:solidFill>
              <a:srgbClr val="C49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354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Calls/Month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Status Babel — Same Meaning, Different Languages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474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"Delivered"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 Transit"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 (NL)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Bezorgd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pakketcentrum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 (DE)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Zugestellt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Paketzentrum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 (FR)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centre de tri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NinjaVan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(Lagos)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DLVRD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tracking)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Crisis: NinjaVan changed 5-10 kg delivery from 2-day to 3-day without notification. MCG continued promising 2-day delivery for 3+ weeks, affecting 14,000 customers/month. WISMO rate spiked to 52%.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#7: Compliance Traceability Gap — $4.2M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 Recall (RCL-2025-003): Full Traceability Timeline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9144000" cy="548640"/>
          </a:xfrm>
          <a:prstGeom prst="roundRect">
            <a:avLst>
              <a:gd name="adj" fmla="val 8333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DAYS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8408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 Actual (June 2025)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 units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108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across 210 stores in NL, DE, BE, FR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person-hours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35661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 across 4 disconnected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4023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stores had lot-level tracking (68% required manual audits)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systems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44805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WMS, Descartes TMS, Meridian CRM — no common key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€85,125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49377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recall cost (product, labor, regulatory, brand impact)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394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NVWA citation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5394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regulatory citation issued for traceability failure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Impact — These Aren't Just Data Problems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855 hrs/day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0515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reconciliation in spreadsheets — 45 min per store, every morning, across 1,140 stores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0574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their time spent finding and cleaning data. Only 30% on actual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Agents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017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30632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toggle between 5 systems to answer a single WISMO call. 536K calls/month at $2.30 each.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0233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023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40690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PowerPoint decks already outdated by presentation time. Every region tells a different story.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5029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5029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77840" y="50749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accurately forecast inventory carrying costs. Data foundation too unreliable for financial planning.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8EBF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quality is now our #1 operational priority for 2026." — CEO Ingrid van der Berg, Q3 Review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C492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data chaos to trusted intelligence — $12.4M investment, 952% 3-year ROI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COMMERCE GROUP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 •  Meridian Commerce Group  •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Qlarity — Qlik Platform Solution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25400">
            <a:solidFill>
              <a:srgbClr val="0D7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058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0D7C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1-8  •  $5.2M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CDC from SAP, WMS, Meridian CRM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 Lakehouse Bronze/Silver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Inventory &amp; cold chain dashboards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9144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0058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Analytics &amp; Quality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6-16  •  $4.8M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quality rules &amp; Trust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Address standardization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Supplier deduplication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AutoML predictions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9144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25400">
            <a:solidFill>
              <a:srgbClr val="C492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0058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C4922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AI &amp; Conversational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14-24  •  $2.4M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Qlik Answers (RAG over docs)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Discovery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MCP Server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Conversational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3035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$12.4M</a:t>
            </a:r>
            <a:pPr algn="ctr" indent="0" marL="0">
              <a:buNone/>
            </a:pPr>
            <a:r>
              <a:rPr lang="en-US" sz="16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Benefit: $52.7M+</a:t>
            </a:r>
            <a:pPr algn="ctr" indent="0" marL="0">
              <a:buNone/>
            </a:pPr>
            <a:r>
              <a:rPr lang="en-US" sz="16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ROI: 952%</a:t>
            </a:r>
            <a:pPr algn="ctr" indent="0" marL="0">
              <a:buNone/>
            </a:pPr>
            <a:r>
              <a:rPr lang="en-US" sz="16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&lt; 4 months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492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"Can We Afford To Do This?"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4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"Can We Afford Not To?"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36576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$127M in annual losses from data quality failures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74% inventory accuracy vs 97% target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11-day recall trace vs 24-hour regulatory requirement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NVWA citation with Q1 2026 follow-up inspection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536,000 WISMO calls per month ($14.8M annually)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</a:t>
            </a:r>
            <a:pPr indent="0" marL="0">
              <a:buNone/>
            </a:pPr>
            <a:r>
              <a:rPr lang="en-US" sz="1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Meridian Commerce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Qlarity — MCG Company Profile &amp; Data Quality Assessment</dc:title>
  <dc:subject>PptxGenJS Presentation</dc:subject>
  <dc:creator>Meridian Commerce Group</dc:creator>
  <cp:lastModifiedBy>Meridian Commerce Group</cp:lastModifiedBy>
  <cp:revision>1</cp:revision>
  <dcterms:created xsi:type="dcterms:W3CDTF">2026-09-21T20:13:02Z</dcterms:created>
  <dcterms:modified xsi:type="dcterms:W3CDTF">2026-09-21T20:13:02Z</dcterms:modified>
</cp:coreProperties>
</file>