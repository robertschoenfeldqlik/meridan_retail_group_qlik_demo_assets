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44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neighborhood store with global reach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2743200" cy="36576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Profile &amp; Data Quality Assessment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2025  •  Prepared for Senior Leadership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846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Connected Logistics, Analytics &amp; Real-time Intelligence Technology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943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at a Glance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$14.2B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0624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20624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1,140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95528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Stores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5720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0624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20624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95528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$3.8B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95528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Revenue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1987, Rotterdam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Ingrid van der Berg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Chen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Ramanathan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Home goods  •  Electronics  •  Apparel  •  Grocery &amp; Fresh  •  Health &amp; Wellness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Landscape — A Tangled Web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distinct source systems  •  6 ERP instances  •  3 WMS platforms  •  2 POS systems  •  14 spreadsheet trackers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114800"/>
                <a:gridCol w="3931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S/4HANA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ERP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Americas, EU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Manhattan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Salesforce 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Yonder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Kinaxis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 Chain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Descartes TMS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Tive / Sensitech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 Cold Chain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 POS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Retail Xstore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Full-format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Snowflake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Warehouse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(partial)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SQL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can't we see what's happening in our own supply chain?" — CEO Ingrid van der Berg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Seven Data Quality Nightmares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$127M in annual losses from data quality failures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Data Quality Nightmares — $127M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9144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Inventory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96012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9601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0" y="91440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IRA: 74% vs 97% target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709928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099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166420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Catastrophe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0" y="170992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170992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$3.1M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15200" y="166420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4.7% first-delivery rejection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459736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597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2414016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Master Mess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29200" y="2459736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245973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$8.2M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0" y="2414016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8,200 SKUs missing weight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209544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95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88720" y="3163824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Pipelines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29200" y="3209544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320954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15200" y="316382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4.3-day detection time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959352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9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3913632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Babel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029200" y="3959352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0" y="395935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315200" y="391363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TZs, no standards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470916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88720" y="4663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Black Hole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029200" y="470916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4709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$14.8M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315200" y="466344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missing tracking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5458968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54589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188720" y="541324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Gap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029200" y="545896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7" name="Text 45"/>
          <p:cNvSpPr/>
          <p:nvPr/>
        </p:nvSpPr>
        <p:spPr>
          <a:xfrm>
            <a:off x="5029200" y="545896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$4.2M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315200" y="541324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11-day recall vs 24h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57200" y="6263640"/>
            <a:ext cx="11247120" cy="0"/>
          </a:xfrm>
          <a:prstGeom prst="rect">
            <a:avLst/>
          </a:prstGeom>
          <a:noFill/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#1: Phantom Inventory — $48M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029200" cy="2560320"/>
          </a:xfrm>
          <a:prstGeom prst="roundRect">
            <a:avLst>
              <a:gd name="adj" fmla="val 5357"/>
            </a:avLst>
          </a:prstGeom>
          <a:solidFill>
            <a:srgbClr val="F2F4F7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058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Record Accuracy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97%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0" y="9144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Rotterdam Incident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0" y="137160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SAP showed 500 units of BT Speaker at Rotterdam DC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171907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Oracle WMS showed 312 units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2066544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Physical count: 287 units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414016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Cause: WMS-SAP batch job failed silently for 4.3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7614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alert was ever generated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310896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847 phantom inventory units across 42 SKUs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0" y="345643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7 stores had preventable stockouts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319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855 hours of manual reconciliation daily across 1,140 stores. Store managers spend 45 minutes every morning reconciling inventory in spreadsheets.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0292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asking warehouse staff to do a 15-20 minute manual sync check every morning. That's 855 hours of labor across our DC network, every day."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Henrik Jansen, VP Warehouse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#6: Carrier Data Black Hole — $14.8M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Carriers Globally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38328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Tracking #s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C492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0936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3544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536K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WISMO Calls/Month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377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Status Babel — Same Meaning, Different Languages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474720"/>
                <a:gridCol w="27432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"Delivered"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"In Transit"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(NL)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Bezorgd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pakketcentrum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Zugestellt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 Paketzentrum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(FR)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Livré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 centre de tri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NinjaVan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(Lagos)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DLVRD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(no tracking)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57200" y="50292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5120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Crisis: NinjaVan changed 5-10 kg delivery from 2-day to 3-day without notification. MCG continued promising 2-day delivery for 3+ weeks, affecting 14,000 customers/month. WISMO rate spiked to 52%.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#7: Compliance Traceability Gap — $4.2M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 Recall (RCL-2025-003): Full Traceability Timeline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371600" cy="54864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630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1168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Target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9144000" cy="548640"/>
          </a:xfrm>
          <a:prstGeom prst="roundRect">
            <a:avLst>
              <a:gd name="adj" fmla="val 8333"/>
            </a:avLst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DAYS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784080" y="2240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 Actual (June 2025)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108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12,400 units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3108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across 210 stores in NL, DE, BE, FR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person-hours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35661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cross-referencing across 4 disconnected systems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0233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40233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stores had lot-level tracking (68% required manual audits)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4805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systems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200400" y="44805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SAP, WMS, Descartes TMS, Salesforce — no common key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937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€85,125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00400" y="49377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recall cost (product, labor, regulatory, brand impact)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394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NVWA citation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5394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regulatory citation issued for traceability failure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Impact — These Aren't Just Data Problems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Managers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0058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855 hrs/day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77840" y="105156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inventory reconciliation in spreadsheets — 45 min per store, every morning, across 1,140 stores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Analysts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201168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2011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577840" y="205740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their time spent finding and cleaning data. Only 30% on actual analysis.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175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Agents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0" y="301752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30175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screens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77840" y="306324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toggle between 5 systems to answer a single WISMO call. 536K calls/month at $2.30 each.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023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VPs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0" y="40233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0" y="40233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data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406908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PowerPoint decks already outdated by presentation time. Every region tells a different story.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02920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50292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00400" y="50292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0" y="5029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Unreliable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0" y="507492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accurately forecast inventory carrying costs. Data foundation too unreliable for financial planning.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576072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8EB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58064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"Data quality is now our #1 operational priority for 2026." — CEO Ingrid van der Berg, Q3 Review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from data chaos to trusted intelligence — $12.4M investment, 952% 3-year ROI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— Qlik Platform Solution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0D7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0D7C8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Foundation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1-8  •  $5.2M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CDC from SAP, WMS, Salesforce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 Lakehouse Bronze/Silver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Pipeline monitoring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Inventory &amp; cold chain dashboards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1B2A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Analytics &amp; Quality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8912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6-16  •  $4.8M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056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Data quality rules &amp; Trust Score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8056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Address standardization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056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Supplier deduplication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AutoML predictions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C492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C4922E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AI &amp; Conversational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14-24  •  $2.4M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32104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Qlik Answers (RAG over docs)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32104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Discovery Agent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MCP Server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2104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Conversational analytics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30352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Investment: $12.4M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Benefit: $52.7M+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ROI: 952%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Payback: &lt; 4 months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 Longer "Can We Afford To Do This?"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"Can We Afford Not To?"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2743200" cy="36576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$127M in annual losses from data quality failures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74% inventory accuracy vs 97%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11-day recall trace vs 24-hour regulatory requirement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NVWA citation with Q1 2026 follow-up inspection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5120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536,000 WISMO calls per month ($14.8M annually)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5760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18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Company Profile &amp; Data Quality Assessment</dc:title>
  <dc:subject>PptxGenJS Presentation</dc:subject>
  <dc:creator>Meridian Commerce Group</dc:creator>
  <cp:lastModifiedBy>Meridian Commerce Group</cp:lastModifiedBy>
  <cp:revision>1</cp:revision>
  <dcterms:created xsi:type="dcterms:W3CDTF">2026-07-14T19:22:15Z</dcterms:created>
  <dcterms:modified xsi:type="dcterms:W3CDTF">2026-07-14T19:22:15Z</dcterms:modified>
</cp:coreProperties>
</file>