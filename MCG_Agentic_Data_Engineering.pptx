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1965960"/>
            <a:ext cx="6858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Engineering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  Agents that build trust.  AI that ships.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160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 — the counterpart to Qlik's consumption-side agents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359152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359152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261104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3" name="Text 9"/>
          <p:cNvSpPr/>
          <p:nvPr/>
        </p:nvSpPr>
        <p:spPr>
          <a:xfrm>
            <a:off x="4261104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63056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6163056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65008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7" name="Text 13"/>
          <p:cNvSpPr/>
          <p:nvPr/>
        </p:nvSpPr>
        <p:spPr>
          <a:xfrm>
            <a:off x="8065008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96696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19" name="Text 15"/>
          <p:cNvSpPr/>
          <p:nvPr/>
        </p:nvSpPr>
        <p:spPr>
          <a:xfrm>
            <a:off x="996696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 Information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Please read before evaluating anything in this deck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4206240"/>
          </a:xfrm>
          <a:prstGeom prst="roundRect">
            <a:avLst>
              <a:gd name="adj" fmla="val 260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This presentation includes forward-looking information about Qlik products and capabilities. It is provided for planning and evaluation only and is not a commitment to deliver any feature, functionality, or timing.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2386584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Data Pipelines and the Qlik MCP Server tooling are in Qlik internal preview (June 2026). Capabilities, availability, and timing may change before general availability.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31520" y="3172968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Data Product Agent, Data Quality Agent, and Catalog and Business Glossary Agent are delivered as Qlik Answers capabilities — not separate products or SKUs.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31520" y="395935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Agentic Routes extend Qlik Talend Cloud. Named third-party models, vector stores, and tools are examples of supported integrations, not endorsements.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31520" y="4745736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Purchasing decisions should be based on generally available functionality. Preview and roadmap items are labeled as such throughout this deck.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ways Qlik puts AI on the build side of the data platform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280160" y="1234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2801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shift from UI-driven to declarative, code-first, AI-assisted data engineering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280160" y="20574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280160" y="24231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pipeline YAML — editable visually, programmatically, or agentically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28016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build-side capabilities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1280160" y="32461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pipelines, three Qlik Answers agents, Talend Agentic Routes, and the MCP Server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280160" y="3703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1280160" y="40690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raw-to-trusted flow, with a human in the loop at each stage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1280160" y="4526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1280160" y="48920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one-line pipeline change in VS Code with a coding agent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48640" y="539496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" y="5394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1280160" y="5349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what it unlocks for MCG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1280160" y="57150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is going, and the payoff for Meridian Commerce Group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 — Data Engineering Goes Declarative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shift software went through: from clicking things together to code you can review, version, and let AI help write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691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clicked together in a UI — hard to review, diff, or reproduce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235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5508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YAML you can diff, version, and roll back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37744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authored by hand, one screen at a time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623560" y="2651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35508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55080" y="27432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agents draft the change; engineers review and approve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34290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5800" y="3794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and definitions live in tribal knowledge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2356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35508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scores, DQ rules, and a glossary that ship as governed assets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45720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45902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already runs consumption-side AI — Discovery Agent, Qlik Answers, Qlik Predict. This is the build-side counterpart: AI that authors the pipeline and governs the data.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 — One Pipeline YAML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pipeline is one declarative definition. Edit it whichever way fits the moment — the file is the single source of truth.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03904" y="1325880"/>
            <a:ext cx="4572000" cy="1143000"/>
          </a:xfrm>
          <a:prstGeom prst="roundRect">
            <a:avLst>
              <a:gd name="adj" fmla="val 9600"/>
            </a:avLst>
          </a:prstGeom>
          <a:solidFill>
            <a:srgbClr val="19416C"/>
          </a:solidFill>
          <a:ln/>
          <a:effectLst>
            <a:outerShdw sx="100000" sy="100000" kx="0" ky="0" algn="bl" rotWithShape="0" blurRad="63500" dist="25400" dir="162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803904" y="14173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pipeline.yaml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803904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declarative definition · schema-validated · Git-versioned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920240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637276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354312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35" y="3341675"/>
            <a:ext cx="311810" cy="31181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0876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Visually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68680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Qlik Talend Cloud UI — the low-code pipeline designer your data team already knows.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361688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90288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843" y="3341675"/>
            <a:ext cx="311810" cy="31181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30368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Programmatically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590288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VS Code or any third-party IDE — export, import, diff, and commit to Git like any other code.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083296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311896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7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451" y="3341675"/>
            <a:ext cx="311810" cy="31181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51976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Agentically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8311896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an AI coding agent — it drafts the change against the schema; you review and approve.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457200" y="53492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5"/>
          <p:cNvSpPr/>
          <p:nvPr/>
        </p:nvSpPr>
        <p:spPr>
          <a:xfrm>
            <a:off x="731520" y="53675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 path from raw data to trusted, AI-ready data product that keeps human expertise in the loop at each stage."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YAML, code-first pipeline definitions — authored anywhere, versioned like software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YAML, code-first definition of the whole pipeline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Author in the Qlik Talend Cloud UI, a third-party IDE (VS Code), or an AI coding agent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CI/CD; export and import definitions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Schema-validated and agent-friendly by design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projects on Open Lakehouse — 6 tasks total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mcg-batch-pipeline (4 tasks) + mcg-streaming-pipeline (2 tasks)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 in deploy/pipelines/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 kit dropped in locally via "npm run pipeline:template"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and manage data products through natural-language interaction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read, update, and manage data products conversationally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 and interact with products in plain language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and improve data-product quality and completeness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Packages Silver into Gold with governance metadata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products: Supply Chain Health and Last Mile Performance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Both API-shared, each with a trust-score SLA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Built from the Silver medallion layer on Apache Iceberg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governed contract between producers and consumers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data stewards assess, define, and enforce data-quality rules — conversationally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govern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data quality across datasets in plain language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manage, and map data-quality rules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Run data-quality metric calculations on demand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business and technical users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Silver-layer trust-score and DQ rules feed Gold SLAs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Stewardship review queues keep a human in the loop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Profiling surfaces issues before they reach a data product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Grounds the trust scores on Supply Chain Health &amp; Last Mile Performance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and Business Glossary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data assets, understand context, and define consistent business terminology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Natural-language queries against Qlik Cloud Catalog metadata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datasets, or a domain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and synonyms across the estate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Understand context and relationships between assets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25-term MCG business glossary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Generated terms land in DRAFT status by default — a human reviews before publish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terms to datasets, data products, and nightmare scenarios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Keeps definitions consistent across analytics and AI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Generated glossary terms are draft by default and require human review. Delivered as a Qlik Answers capability, not a separate product.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Qlik Talend Cloud — LLMs, RAG, and orchestration in the pipeline task itself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trans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LLM integration in data tasks — cloud (OpenAI, Anthropic Claude, Google Gemini, Amazon Bedrock) and on-prem (Ollama, Mistral, Gemma 3, Phi 4)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RAG pipelines to vector targets: Pinecone, MongoDB, Snowflake, Databricks, Milvus, Oracle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orchestration — event-driven, conversational AI, extensible tools + MCP client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In-task sentiment analysis, entity extraction, classification, AI-assisted DQ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Existing Talend job: Salesforce address validation + Nominatim geocoding + Qlik Stewardship routing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Add an LLM-assisted address-correction step to that route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Enrich Silver in place, before packaging to Gold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models, vector stores, and tools are examples of supported integrations — not endorsements.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MCP-compliant server that exposes Qlik Cloud's governance to any AI assistant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Exposes Qlik Cloud analytical and data-governance capabilities over MCP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Surfaces data products, quality metrics, lineage, and catalog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any MCP-compatible assistant — Claude, Copilot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Qlik governance to third-party AI agents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MCG's 2 gold data products + trust metrics to Claude / Copilot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Governed, read-through access to lineage and glossary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MCG demo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 — Raw to Trusted, AI-Ready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stages take data from a declarative definition to a governed, AI-ready product — each stage owned by a capability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126187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1261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43000" y="125272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297680" y="125272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declaratively in your IDE with an AI coding agent; commit to Git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098280" y="125272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143000" y="191109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297680" y="191109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 deploys the definition to the Open Lakehouse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098280" y="191109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Talend Cloud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2920" y="2578608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2578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43000" y="256946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297680" y="256946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and validate the data conversationally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098280" y="2569464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3236976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3236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143000" y="32278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297680" y="322783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Package Silver into Gold with governance metadata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098280" y="322783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02920" y="3895344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0" name="Text 27"/>
          <p:cNvSpPr/>
          <p:nvPr/>
        </p:nvSpPr>
        <p:spPr>
          <a:xfrm>
            <a:off x="50292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&amp; governance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297680" y="38862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assets and generate glossary terms (draft)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098280" y="3886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02920" y="455371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5" name="Text 32"/>
          <p:cNvSpPr/>
          <p:nvPr/>
        </p:nvSpPr>
        <p:spPr>
          <a:xfrm>
            <a:off x="502920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1143000" y="45445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enhancement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297680" y="454456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 LLM, RAG, and orchestration into pipeline tasks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098280" y="454456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02920" y="5212080"/>
            <a:ext cx="457200" cy="45720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1143000" y="520293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 output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297680" y="520293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data product with trust scores + provenance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098280" y="520293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in the Loop — The Coding-Agent Loop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moves fast; the schema guards the work; the engineer decides. Four steps, repeated for every change.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54480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348" y="2510028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Prompts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0080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change in plain language — no boilerplate.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72384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3346704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46704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9845"/>
          </a:solidFill>
          <a:ln/>
        </p:spPr>
      </p:sp>
      <p:sp>
        <p:nvSpPr>
          <p:cNvPr id="19" name="Text 15"/>
          <p:cNvSpPr/>
          <p:nvPr/>
        </p:nvSpPr>
        <p:spPr>
          <a:xfrm>
            <a:off x="3346704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443984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2510028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438144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Generates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29584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coding agent edits the pipeline YAML for you.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5961888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6236208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36208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7" name="Text 22"/>
          <p:cNvSpPr/>
          <p:nvPr/>
        </p:nvSpPr>
        <p:spPr>
          <a:xfrm>
            <a:off x="6236208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7333488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9" name="Image 3" descr="C:\Claude\MCG Full Stack\generators\assets\icons\governa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510028"/>
            <a:ext cx="283464" cy="28346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327648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 Validates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19088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checks the change automatically.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8851392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9125712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125712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35" name="Text 29"/>
          <p:cNvSpPr/>
          <p:nvPr/>
        </p:nvSpPr>
        <p:spPr>
          <a:xfrm>
            <a:off x="9125712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10222992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7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9860" y="2510028"/>
            <a:ext cx="283464" cy="28346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9217152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Reviews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308592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engineer reads the git diff and approves.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75488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41" name="Text 34"/>
          <p:cNvSpPr/>
          <p:nvPr/>
        </p:nvSpPr>
        <p:spPr>
          <a:xfrm>
            <a:off x="731520" y="477316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expertise stays in the loop at every stage — the agent drafts, the schema guards, the engineer decides.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 — A One-Line Change in VS Code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the CRM landing cadence from every 15 minutes to every 30 — with a coding agent, a one-line diff, and Apply-from-Remote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5760720" cy="4160520"/>
          </a:xfrm>
          <a:prstGeom prst="roundRect">
            <a:avLst>
              <a:gd name="adj" fmla="val 263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Walkthrough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34440" y="1965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— schema kit is local via "npm run pipeline:template"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5800" y="2670048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234440" y="2624328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the coding agent: "change MCG CRM Landing from every 15 to every 30 minutes"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" y="3328416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34440" y="3282696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edits one line of the task YAML schedule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5800" y="3986784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39867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234440" y="3941064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validates the change automatically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" y="4645152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46451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34440" y="459943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the one-line git diff, then Apply-from-Remote back to Qlik Talend Cloud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0" y="1325880"/>
            <a:ext cx="5303520" cy="2788920"/>
          </a:xfrm>
          <a:prstGeom prst="roundRect">
            <a:avLst>
              <a:gd name="adj" fmla="val 3279"/>
            </a:avLst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1417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diff — mcg-batch-pipeline / crm-landing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task: MCG CRM Landing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629400" y="221284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schedule: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629400" y="259689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  rrule: FREQ=MINUTELY;INTERVAL=15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629400" y="2980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  rrule: FREQ=MINUTELY;INTERVAL=30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83680" y="35204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changed · additions in green, removals in gray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400800" y="425196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0F8F7"/>
          </a:solidFill>
          <a:ln/>
        </p:spPr>
      </p:sp>
      <p:sp>
        <p:nvSpPr>
          <p:cNvPr id="34" name="Text 31"/>
          <p:cNvSpPr/>
          <p:nvPr/>
        </p:nvSpPr>
        <p:spPr>
          <a:xfrm>
            <a:off x="6583680" y="4343400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git diff is the audit trail. Apply-from-Remote is the deploy. No UI clicking, no guesswork — a reviewable, reproducible change.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 — Roadmap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ROADMAP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governance-aware AI agents are headed at Qlik — clearly a roadmap item, not a commitment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MCP Server exposes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products — discover and query the governed catalog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Quality metrics — trust scores and DQ signals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Lineage — where a field comes from, end to end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Catalog &amp; glossary — consistent business terminology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1323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Reachable from any MCP-compatible assistant (Claude, Copilot)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1792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30936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3" name="Text 19"/>
          <p:cNvSpPr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unlocks for MCG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38251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532" y="1492484"/>
            <a:ext cx="215433" cy="215433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7395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Claude or Copilot governed questions about MCG data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7395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the 2 gold data products + trust metrics safely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7395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Governance travels with the answer — lineage and glossary in context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7395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demo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47395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governed surface for build-side and consumption-side AI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2" name="Text 27"/>
          <p:cNvSpPr/>
          <p:nvPr/>
        </p:nvSpPr>
        <p:spPr>
          <a:xfrm>
            <a:off x="731520" y="51389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Roadmap, not a commitment. Qlik internal preview, June 2026 — capabilities, availability, and timing may change before GA.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187452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that build trust.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that ships.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457200" y="3520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MCG:  faster, governed pipeline changes — drafted by AI, reviewed by engineers, trusted by the business.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457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QTCP Projects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743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743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12" name="Text 8"/>
          <p:cNvSpPr/>
          <p:nvPr/>
        </p:nvSpPr>
        <p:spPr>
          <a:xfrm>
            <a:off x="2743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29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5029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315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315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18" name="Text 14"/>
          <p:cNvSpPr/>
          <p:nvPr/>
        </p:nvSpPr>
        <p:spPr>
          <a:xfrm>
            <a:off x="7315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Terms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601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601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9601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Capabilities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57200" y="54406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more: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evaluation guide — [placeholder]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and run  npm run pipeline:template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Commerce Group — Qlik Agentic Data Engineering</dc:title>
  <dc:subject>PptxGenJS Presentation</dc:subject>
  <dc:creator>Qlik</dc:creator>
  <cp:lastModifiedBy>Qlik</cp:lastModifiedBy>
  <cp:revision>1</cp:revision>
  <dcterms:created xsi:type="dcterms:W3CDTF">2026-07-28T13:13:53Z</dcterms:created>
  <dcterms:modified xsi:type="dcterms:W3CDTF">2026-07-28T13:13:53Z</dcterms:modified>
</cp:coreProperties>
</file>