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9164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0060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0956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90956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87452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87452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89204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projects (YAML)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909560" y="24963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909560" y="2807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4" name="Text 31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169164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69164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480060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80060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790956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90956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6" name="Text 43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1691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1691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3977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3977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6263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263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8549640" y="52852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8549640" y="55961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Pipeline Projects (8 feeds)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28" name="Text 25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37" name="Text 34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proof points behind Project Qlarity's business case — MCG's unified Qlik data platform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Data Gateway - Streaming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Sources — Data Movement Gateway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gateway: one-time registration, then a connection per source created in a Data Integration project.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(or run agentctl in the mcg-qlik-dmg container) to print the token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Cloud → Administration → Data Gateways → Register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Paste the token, then wait for status Connected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your project → Create connection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Choose PostgreSQL / MySQL / SQL Server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40080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Select the mcg-qlik-dmg gateway from the dropdown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Gateway types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Movement gateway → database CDC sources (Postgres / MySQL / SQL Server) — used here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001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Gateway - Streaming → required for Kafka sources (a separate gateway type)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29437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Salesforce / S3 / Athena → credentialed connectors created in Data → Create connection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a Data Movement gateway connection is created in the Data Integration UI by selecting the gateway — the public REST API cannot create it, so the deploy script skips these sources with on-screen guidance.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Qlarity?"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  (Classification)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 (Open Lakehouse)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alert_flag (Y/N)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temperature_c, humidity_pct, battery_level_pct, battery_low, gps_gap, shock_detected, route_id, warehouse_id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readings will breach the cold chain before product spoils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silver.order_delivery_timeline (Open Lakehouse)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delivered_late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carrier_code, fulfillment_method, tracking_missing, delivery_attempts, exception_code, order_date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at ship time which orders will deliver late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/ #6 (tracking gaps + carrier reclassification)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Qlarity?"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Qlarity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Cold Chain Exceedance experiment → show training report, feature importance (temperature_c #1, battery_low #2)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GRU-BA reading: 11.2°C, battery 9% → 78% exceedance probability — the TransFrio story in one number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Qlik Cloud Demo — Four Stories</dc:title>
  <dc:subject>PptxGenJS Presentation</dc:subject>
  <dc:creator>Qlik</dc:creator>
  <cp:lastModifiedBy>Qlik</cp:lastModifiedBy>
  <cp:revision>1</cp:revision>
  <dcterms:created xsi:type="dcterms:W3CDTF">2026-06-18T14:35:45Z</dcterms:created>
  <dcterms:modified xsi:type="dcterms:W3CDTF">2026-06-18T14:35:45Z</dcterms:modified>
</cp:coreProperties>
</file>