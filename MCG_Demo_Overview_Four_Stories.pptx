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Gateway, CDC, Kafka streaming, Salesforce → Open Lakehouse (Bronze/Silver/Gold) → Data Products → API Sharing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DMG • CDC • Talend Data Flows • Table Recipes • Data Products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Lineage, Impact Analysis, Trust Score, Data Profiling, Stewardship Campaigns, Business Glossary, Section Access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Insight Advisor, native alerting, reporting &amp; subscriptions, embedded analytics, mobile, collaboration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Insight Advisor Chat • Alerting • Reporting • qlik-embed • Mobile • Notes • Bookmarks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(RAG), Discovery Agent, MCP Server, Natural Language Insights, Agentic Analytics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Answers • Discovery Agent • MCP • NLI • Knowledge Mart •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Pipeline Designer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&amp; API Sharing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tables published as governed, API-accessible data products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286000"/>
                <a:gridCol w="2560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Show: Query a data product via API (curl / Postman) → demonstrate how external systems consume Qlik data products directly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Data Movement Gateway status panel (Administration → Gateways)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 (5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+ API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Data Products catalog → show 7 products with owners, tags, SLAs, descriptions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 (2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Catalog,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discovery, visual field-level lineage, and downstream dependency analysis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Auto-discover all data assets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Technical + business metadata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Search &amp; filter across spaces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Asset classification &amp; tagging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Custom semantic types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Studio integration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3816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41248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7200" y="530352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34" name="Text 31"/>
          <p:cNvSpPr/>
          <p:nvPr/>
        </p:nvSpPr>
        <p:spPr>
          <a:xfrm>
            <a:off x="731520" y="53492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 NOT IN CURRENT CHECKLIST — These are core Qlik Cloud governance features that should be added to the demo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 NOT IN CURRENT CHECKLIST — Trust Score + Profiling are key differentiators. Add to Phase 3 (Lakehouse) and Phase 8 (Stewardship).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Catalog + Lineage Walk-Through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Catalog → search for 'inventory' → show auto-discovered assets across Bronze/Silver/Gold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open Lineage view → trace field-level path from PostgreSQL source → Bronze → Silver → Gold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Trust Score Demo (3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dimensions: Validity (4.2), Completeness (3.8), Discoverability (5.0)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Compare Trust Score on a degraded dataset (bronze.inventory_raw at DC-RTD-01 during pipeline failure → Trust Score drops to 1.2)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5204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Campaign (3 min)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3840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the steward's review queue (ambiguous matches &lt; 90% confidence)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" y="4133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Demonstrate: steward reviews a fuzzy-matched address, approves correction → data flows back through Silver → Gold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61772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663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Business Glossary (2 min)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937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term → show definition, owner, linked datasets, related nightmares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2303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Search for 'WISMO' → show cross-references to Customer Delivery Experience data product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 Advisor — AI-Powered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exploration, auto-generated visualizations, and narrative insights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 Advisor Search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Auto-selects best analysis type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Generates visualizations instantly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 Advisor Chat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Conversational analytics interface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Accessible from Activity Centers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Multi-turn conversations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"Which carriers miss SLAs most?"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Controls Insight Advisor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FEE2E2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 NOT IN CURRENT CHECKLIST — Insight Advisor, Business Logic, and NLI are core Qlik Cloud differentiators. Must be added.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49040"/>
            <a:ext cx="11247120" cy="1828800"/>
          </a:xfrm>
          <a:prstGeom prst="roundRect">
            <a:avLst>
              <a:gd name="adj" fmla="val 6000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840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&amp; User Experience [NEW]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In-app commentary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4008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Chart snapshots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Tag team members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47472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Bookmarks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47472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Save selection states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347472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 with team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47472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Public grouping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0936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0936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Organize apps/charts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30936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Personal curations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0936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Quick access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14400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14400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iOS/Android app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14400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Offline exploration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14400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Push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&amp; Automations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qlik-embed: Modern web component framework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&lt;qlik-embed&gt; HTML elements with OAuth2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React support via @qlik/embed-react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Embed charts, sheets, or full apps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Nebula.js for custom rendering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cold chain dashboard in carrier portal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inventory KPIs in store manager intranet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 (8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Insight Advisor Chat Demo (4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Insight Advisor Chat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multi-turn conversation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Embedded Analytics [NEW] (2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qlik-embed code snippet → demo a cold chain chart embedded in a mock carrier portal page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RAG Over Business Documents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 + AI assistant that answers questions from 25 MCG operational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[NEW —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 (5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 (3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Insight Advisor (Search + Chat)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built-in, just configure Business Logic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Catalog + Lineage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Embedded Analytics (qlik-embed)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a sample HTML page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Notes / Bookmarks / Collections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during demo walk-through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Mobile 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install app, log 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2026-02-26T23:46:09Z</dcterms:created>
  <dcterms:modified xsi:type="dcterms:W3CDTF">2026-02-26T23:46:09Z</dcterms:modified>
</cp:coreProperties>
</file>