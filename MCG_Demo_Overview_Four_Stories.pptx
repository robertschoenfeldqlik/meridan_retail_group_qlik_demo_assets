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 •  Governance  •  Analytics  •  AI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93579C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 → Direct Query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 • Direct Query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Qlik Answers agentic analytics,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Qlik Answers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93579C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(AutoML), Qlik Answers (agentic AI), Discovery Agent, MCP Server, Analytics Engine, NLI, Knowledge Mart, Agentic Analytics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• Qlik Answers • Discovery Agent • MCP • Analytics Engine • NLI • Knowledge Mart • Agentic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Direct Query [NEW — add to demo]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Direct Query app connecting live to the Lakehouse — no data import, SQL pushdown at query time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Great for large dataset scenarios — demonstrate real-time exploration without engine memory load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D1FAE5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Agentic Conversational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agentic interface: ask questions in natural language, get governed answers from data and documents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calculations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 &amp; narratives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inventory accuracy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reasoning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data + documents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data relationships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Qlik Answers behavior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 (NLI): Add NLI objects to dashboards — auto-generated narrative summaries of trends, outliers, and drivers in plain English. Updated Nov 2025 to link directly to selected charts.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Agentic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"Show me the trend for Rotterdam over the last 3 months" — demonstrate chain-of-thought reasoning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vocabulary mapping 'phantom' → inventory_accuracy, 'WISMO' → customer_delivery_experience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[GA Feb 2026]: Unified conversational interface combining structured analytics (Qlik Sense) + unstructured documents (Qlik Answers) + LLM reasoning. A single AI assistant that can query data, read documents, and reason across both.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Conversation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happened at Rotterdam DC in September?" → Answers pulls from INC-2025-04872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was the root cause?" → TLS certificate expired, batch job failed silently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cross-document reasoning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Query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one Direct Query app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  •  Governance  •  Analytics  • 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2026-02-27T04:19:39Z</dcterms:created>
  <dcterms:modified xsi:type="dcterms:W3CDTF">2026-02-27T04:19:39Z</dcterms:modified>
</cp:coreProperties>
</file>