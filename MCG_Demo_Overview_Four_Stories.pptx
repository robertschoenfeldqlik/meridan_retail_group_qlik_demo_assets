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9164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0060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0956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0956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87452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87452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89204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Streaming, API Pipelines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909560" y="24963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909560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69164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69164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480060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80060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790956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90956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6" name="Text 43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1691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691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3977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3977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6263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8549640" y="52852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8549640" y="55961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CDC / API / Streaming Pipelines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28" name="Text 25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37" name="Text 34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2026-06-12T18:07:46Z</dcterms:created>
  <dcterms:modified xsi:type="dcterms:W3CDTF">2026-06-12T18:07:46Z</dcterms:modified>
</cp:coreProperties>
</file>