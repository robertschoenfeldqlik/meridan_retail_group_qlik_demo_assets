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Streaming, API Pipelines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CDC / API / Streaming Pipelines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23 Tables  →  9 Flows  →  7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2026-06-12T17:52:45Z</dcterms:created>
  <dcterms:modified xsi:type="dcterms:W3CDTF">2026-06-12T17:52:45Z</dcterms:modified>
</cp:coreProperties>
</file>