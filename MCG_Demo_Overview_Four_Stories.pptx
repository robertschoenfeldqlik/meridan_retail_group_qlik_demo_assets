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 → Direct Query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Table Recipes, Data Flows, Qlik Answers agentic analytics,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Table Recipes • Data Flows • Qlik Answers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Analytics Engine, NLI, Knowledge Mart, Agentic Analytics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Analytics Engine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2026-02-27T04:21:51Z</dcterms:created>
  <dcterms:modified xsi:type="dcterms:W3CDTF">2026-02-27T04:21:51Z</dcterms:modified>
</cp:coreProperties>
</file>