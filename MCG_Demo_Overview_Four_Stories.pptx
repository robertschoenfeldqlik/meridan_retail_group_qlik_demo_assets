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84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5327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(unified conversational AI), Qlik Answers (data + documents), Qlik Predict (AutoML), Discovery Agent, MCP Server, Knowledge Mart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Knowledge Mart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End-To-End Demo\generators\assets\qlik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Qlik Cloud Connector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(7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 • cold_chain_compliance • product_master_360 • customer_delivery_experience • compliance_readiness • operational_cost_impact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363931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End-To-End Demo\generators\assets\qlik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3035808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Compliance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Thomas Berger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3.9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Lisa Park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Maria Santos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Operational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CFO Office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4.3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21031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7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gold.cold_chain_compliance → highlight Validity (4.2), Completeness (3.8),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End-To-End Demo\generators\assets\qlik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— 7 Analytics Apps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3419856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accuracy, pipeline status, DC-level KPIs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SLAs, rejection rates, WISMO by region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Monitoring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Temperature exceedances, spoilage risk, real-time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SKU completeness, weight/dims gaps, supplier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WISMO rates, delivery promises vs actuals, NPS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&amp; Recall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traceability, recall simulation, NVWA readiness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Executive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C-level view: $127M cost breakdown by nightmare, ROI tracking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Sense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End-To-End Demo\generators\assets\qlik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GA February 2026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CLARITY?"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reached GA in February 2026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gold.cold_chain_compliance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 [NEW]: Automate the RAG pipeline — structured-to-document transformation, vectorization, and incremental loading to vector stores. Keeps Qlik Answers grounded in fresh data. GA July 2025.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npx @qlik/mcp-server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List spaces, apps, connections programmatically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Sense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End-To-End Demo\generators\assets\qlik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3654</Words>
  <Application>Microsoft Office PowerPoint</Application>
  <PresentationFormat>Widescreen</PresentationFormat>
  <Paragraphs>574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Robert Schoenfeld</cp:lastModifiedBy>
  <cp:revision>2</cp:revision>
  <dcterms:created xsi:type="dcterms:W3CDTF">2026-02-27T16:35:28Z</dcterms:created>
  <dcterms:modified xsi:type="dcterms:W3CDTF">2026-02-27T17:09:27Z</dcterms:modified>
</cp:coreProperties>
</file>