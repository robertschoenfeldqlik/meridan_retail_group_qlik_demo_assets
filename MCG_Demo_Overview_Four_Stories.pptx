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 •  Governance  •  Analytics  •  AI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93579C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Gateway, CDC, Kafka streaming, Salesforce → Open Lakehouse (Bronze/Silver/Gold) → Direct Query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DMG • CDC • Data Flows • Table Recipes • Direct Query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Catalog &amp;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Catalog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dashboards, Qlik Answers agentic analytics, native alerting, reporting &amp; subscriptions, embedded analytics, mobile, collaboration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• Qlik Answers • Alerting • Reporting • qlik-embed • Mobile • Notes • Bookmarks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93579C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(AutoML), Qlik Answers (agentic AI), Discovery Agent, MCP Server, Natural Language Insights, Agentic Analytics (GA)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• Qlik Answers • Discovery Agent • MCP • NLI • Knowledge Mart • Agentic Analytics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Data Movement Gateway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(7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 • cold_chain_compliance • product_master_360 • customer_delivery_experience • compliance_readiness • operational_cost_impact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Data Movement Gateway status panel (Administration → Gateways)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Direct Query [NEW — add to demo]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Direct Query app connecting live to the Lakehouse — no data import, SQL pushdown at query time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Great for large dataset scenarios — demonstrate real-time exploration without engine memory load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Compliance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Thomas Berger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3.9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Lisa Park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4.1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Maria Santos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4.6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Operational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CFO Office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4.3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D1FAE5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Catalog,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discovery, visual field-level lineage, and downstream dependency analysis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Catalog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Auto-discover all data assets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Technical + business metadata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Search &amp; filter across spaces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Asset classification &amp; tagging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39319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Custom semantic types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97680" y="128016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9" name="Text 16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572000" y="39319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138160" y="128016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412480" y="39319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D1FAE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7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D1FAE5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gold.cold_chain_compliance → highlight Validity (4.2), Completeness (3.8),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D1FAE5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— 7 Analytics Apps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accuracy, pipeline status, DC-level KPIs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SLAs, rejection rates, WISMO by region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Monitoring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Temperature exceedances, spoilage risk, real-time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SKU completeness, weight/dims gaps, supplier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WISMO rates, delivery promises vs actuals, NPS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&amp; Recall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traceability, recall simulation, NVWA readiness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Executive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C-level view: $127M cost breakdown by nightmare, ROI tracking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Agentic Conversational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agentic interface: ask questions in natural language, get governed answers from data and documents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calculations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 &amp; narratives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inventory accuracy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reasoning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data + documents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data relationships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Qlik Answers behavior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7091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 (NLI): Add NLI objects to dashboards — auto-generated narrative summaries of trends, outliers, and drivers in plain English. Updated Nov 2025 to link directly to selected charts.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557784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6235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reached GA in February 2026 — replaces legacy Insight Advisor with unified conversational AI.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749040"/>
            <a:ext cx="11247120" cy="1828800"/>
          </a:xfrm>
          <a:prstGeom prst="roundRect">
            <a:avLst>
              <a:gd name="adj" fmla="val 6000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840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&amp; User Experience [NEW]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4008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4008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In-app commentary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4008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Chart snapshots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4008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Tag team members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347472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Bookmarks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47472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Save selection states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347472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 with team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347472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Public grouping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30936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Collections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30936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Organize apps/charts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30936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Personal curations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30936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Quick access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14400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14400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iOS/Android app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914400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Offline exploration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914400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Push notifications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Embedded Analytics &amp; Automations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Embedded Analytics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qlik-embed: Modern web component framework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&lt;qlik-embed&gt; HTML elements with OAuth2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React support via @qlik/embed-react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Embed charts, sheets, or full apps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Nebula.js for custom rendering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Embed cold chain dashboard in carrier portal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5661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Embed inventory KPIs in store manager intranet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5661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Sense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Agentic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"Show me the trend for Rotterdam over the last 3 months" — demonstrate chain-of-thought reasoning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vocabulary mapping 'phantom' → inventory_accuracy, 'WISMO' → customer_delivery_experience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E0F8F7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Embedded Analytics [NEW]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qlik-embed code snippet → demo a cold chain chart embedded in a mock carrier portal page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DC262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gold.cold_chain_compliance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 [NEW]: Automate the RAG pipeline — structured-to-document transformation, vectorization, and incremental loading to vector stores. Keeps Qlik Answers grounded in fresh data. GA July 2025.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npx @qlik/mcp-server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List spaces, apps, connections programmatically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[GA Feb 2026]: Unified conversational interface combining structured analytics (Qlik Sense) + unstructured documents (Qlik Answers) + LLM reasoning. A single AI assistant that can query data, read documents, and reason across both.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Conversation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happened at Rotterdam DC in September?" → Answers pulls from INC-2025-04872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was the root cause?" → TLS certificate expired, batch job failed silently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cross-document reasoning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Catalog + Lineage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Embedded Analytics (qlik-embed)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a sample HTML page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 Query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one Direct Query app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Notes / Bookmarks / Collections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during demo walk-through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Mobile 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install app, log in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  •  Governance  •  Analytics  •  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2026-02-27T04:13:44Z</dcterms:created>
  <dcterms:modified xsi:type="dcterms:W3CDTF">2026-02-27T04:13:44Z</dcterms:modified>
</cp:coreProperties>
</file>