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Declarative Pipelines  •  Open Lakehouse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1965960" y="2039112"/>
            <a:ext cx="7040880" cy="301752"/>
          </a:xfrm>
          <a:prstGeom prst="roundRect">
            <a:avLst>
              <a:gd name="adj" fmla="val 24242"/>
            </a:avLst>
          </a:prstGeom>
          <a:solidFill>
            <a:srgbClr val="009845"/>
          </a:solidFill>
          <a:ln/>
          <a:effectLst>
            <a:outerShdw sx="100000" sy="100000" kx="0" ky="0" algn="bl" rotWithShape="0" blurRad="38100" dist="12700" dir="16200000">
              <a:srgbClr val="000000">
                <a:alpha val="12000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1965960" y="2039112"/>
            <a:ext cx="7040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  •  MCG Batch + MCG Streaming  •  declarative YAML, API-imported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8" name="Shape 45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2" name="Text 49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• Late Delivery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5" name="Text 52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57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2" name="Text 59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5" name="Text 62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0" name="Text 67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71" name="Text 68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 &amp; Source Connections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Data Movement gateway. Source connections are created in a Data Integration project that selects the gateway.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21792" y="1837944"/>
            <a:ext cx="2962656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21792" y="2304288"/>
            <a:ext cx="2962656" cy="4224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• MySQL • SQL Server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(mcg-qlik-dmg container)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645152" y="1837944"/>
            <a:ext cx="2962656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45152" y="2304288"/>
            <a:ext cx="2962656" cy="4224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Registered to tenant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HTTPS 443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595360" y="1783080"/>
            <a:ext cx="3017520" cy="1005840"/>
          </a:xfrm>
          <a:prstGeom prst="roundRect">
            <a:avLst>
              <a:gd name="adj" fmla="val 909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668512" y="1837944"/>
            <a:ext cx="2871216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68512" y="2304288"/>
            <a:ext cx="2871216" cy="4224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 project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→ Open Lakehouse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70332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2668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0" name="Text 17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703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640080" y="411480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  (or run agentctl in the mcg-qlik-dmg container)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40080" y="45262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Admin → Data Gateways → Register → paste token → Connected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project → Create connection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400800" y="4114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Pick PostgreSQL/MySQL/SQL Server, select the gateway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6400800" y="452628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1520" y="5687568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 connections are created in the Data Integration UI (the public REST API cannot bind them) — the deploy script skips them with guidance. Kafka sources need a Data Gateway - Streaming; Salesforce/S3/Athena are credentialed connectors.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alert_flag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temperature_c,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delivered_late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tracking_missing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$8.2M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$14.8M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$4.2M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pipeline projects (batch + streaming)  •  8 Bronze tables  •  8 Silver transforms  •  2 Gold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(Exceedance + Late Delivery)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Pipelines  •  18 Tables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Technology Architecture (Qlik Cloud)</dc:title>
  <dc:subject>PptxGenJS Presentation</dc:subject>
  <dc:creator>Qlik</dc:creator>
  <cp:lastModifiedBy>Qlik</cp:lastModifiedBy>
  <cp:revision>1</cp:revision>
  <dcterms:created xsi:type="dcterms:W3CDTF">2026-06-18T14:35:44Z</dcterms:created>
  <dcterms:modified xsi:type="dcterms:W3CDTF">2026-06-18T14:35:44Z</dcterms:modified>
</cp:coreProperties>
</file>