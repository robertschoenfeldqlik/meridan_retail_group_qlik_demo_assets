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3716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Declarative Pipelines  •  Open Lakehouse  •  2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03911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03911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05663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5663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07415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07415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(2 products)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9189720" y="242316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9262872" y="2478024"/>
            <a:ext cx="1545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9262872" y="2898648"/>
            <a:ext cx="1545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Stewardship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1965960" y="2039112"/>
            <a:ext cx="7040880" cy="301752"/>
          </a:xfrm>
          <a:prstGeom prst="roundRect">
            <a:avLst>
              <a:gd name="adj" fmla="val 24242"/>
            </a:avLst>
          </a:prstGeom>
          <a:solidFill>
            <a:srgbClr val="009845"/>
          </a:solidFill>
          <a:ln/>
          <a:effectLst>
            <a:outerShdw sx="100000" sy="100000" kx="0" ky="0" algn="bl" rotWithShape="0" blurRad="38100" dist="12700" dir="16200000">
              <a:srgbClr val="000000">
                <a:alpha val="12000"/>
              </a:srgbClr>
            </a:outerShdw>
          </a:effectLst>
        </p:spPr>
      </p:sp>
      <p:sp>
        <p:nvSpPr>
          <p:cNvPr id="45" name="Text 42"/>
          <p:cNvSpPr/>
          <p:nvPr/>
        </p:nvSpPr>
        <p:spPr>
          <a:xfrm>
            <a:off x="1965960" y="2039112"/>
            <a:ext cx="7040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  •  MCG Batch + MCG Streaming  •  declarative YAML, API-imported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7" name="Shape 44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8" name="Shape 45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9" name="Text 46"/>
          <p:cNvSpPr/>
          <p:nvPr/>
        </p:nvSpPr>
        <p:spPr>
          <a:xfrm>
            <a:off x="203911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203911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2" name="Text 49"/>
          <p:cNvSpPr/>
          <p:nvPr/>
        </p:nvSpPr>
        <p:spPr>
          <a:xfrm>
            <a:off x="496519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496519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• Late Delivery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5" name="Text 52"/>
          <p:cNvSpPr/>
          <p:nvPr/>
        </p:nvSpPr>
        <p:spPr>
          <a:xfrm>
            <a:off x="7891272" y="3849624"/>
            <a:ext cx="29169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56" name="Text 53"/>
          <p:cNvSpPr/>
          <p:nvPr/>
        </p:nvSpPr>
        <p:spPr>
          <a:xfrm>
            <a:off x="7891272" y="4270248"/>
            <a:ext cx="29169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9" name="Shape 56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0" name="Shape 57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1" name="Text 58"/>
          <p:cNvSpPr/>
          <p:nvPr/>
        </p:nvSpPr>
        <p:spPr>
          <a:xfrm>
            <a:off x="2039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62" name="Text 59"/>
          <p:cNvSpPr/>
          <p:nvPr/>
        </p:nvSpPr>
        <p:spPr>
          <a:xfrm>
            <a:off x="2039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4" name="Text 61"/>
          <p:cNvSpPr/>
          <p:nvPr/>
        </p:nvSpPr>
        <p:spPr>
          <a:xfrm>
            <a:off x="4325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65" name="Text 62"/>
          <p:cNvSpPr/>
          <p:nvPr/>
        </p:nvSpPr>
        <p:spPr>
          <a:xfrm>
            <a:off x="4325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7" name="Text 64"/>
          <p:cNvSpPr/>
          <p:nvPr/>
        </p:nvSpPr>
        <p:spPr>
          <a:xfrm>
            <a:off x="6611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6611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70" name="Text 67"/>
          <p:cNvSpPr/>
          <p:nvPr/>
        </p:nvSpPr>
        <p:spPr>
          <a:xfrm>
            <a:off x="8897112" y="5129784"/>
            <a:ext cx="1911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71" name="Text 68"/>
          <p:cNvSpPr/>
          <p:nvPr/>
        </p:nvSpPr>
        <p:spPr>
          <a:xfrm>
            <a:off x="8897112" y="5550408"/>
            <a:ext cx="19110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MCG_Order__c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MCG_Product__c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Text 5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(callable service)   •   All 8 routes defined as declarative YAML — version-controlled, API-imported, daily-scheduled (QTCP preview)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Gold-Layer Data Products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governed mart per analytics domain app — created by the pipeline's gold datamart task, attached via the Data Products 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96112" y="1609344"/>
            <a:ext cx="488289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0584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296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73952" y="1609344"/>
            <a:ext cx="488289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Müller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58368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alert_flag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temperature_c, route_id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delivered_late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tracking_missing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5895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895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336499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36499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597103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97103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857707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857707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$8.2M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$14.8M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$4.2M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Salesforce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sf_contacts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sf_orders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sf_products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Salesforce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pipeline projects (batch + streaming)  •  8 Bronze tables  •  8 Silver transforms  •  2 Gold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campaigns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Analytics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(Exceedance + Late Delivery)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WISMO,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Pipelines  •  18 Tables  •  2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Technology Architecture — Qlik Cloud Full Stack Demo</dc:title>
  <dc:subject>PptxGenJS Presentation</dc:subject>
  <dc:creator>Qlik</dc:creator>
  <cp:lastModifiedBy>Qlik</cp:lastModifiedBy>
  <cp:revision>1</cp:revision>
  <dcterms:created xsi:type="dcterms:W3CDTF">2026-06-15T16:48:02Z</dcterms:created>
  <dcterms:modified xsi:type="dcterms:W3CDTF">2026-06-15T16:48:02Z</dcterms:modified>
</cp:coreProperties>
</file>