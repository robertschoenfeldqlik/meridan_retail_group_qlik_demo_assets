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7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(7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8183880" y="2898648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8302752" y="2898648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cold_chain_compliance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8183880" y="3410712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302752" y="3410712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product_master_360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183880" y="3922776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8302752" y="3922776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customer_delivery_experience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8183880" y="443484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8302752" y="443484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compliance_readiness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8183880" y="494690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02752" y="494690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operational_cost_impact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68" name="Text 6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— tAddressRowStandardize → tAddressRowValidate → tGeocode (callable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Gold-Layer Data Products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15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33756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1071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7" name="Text 14"/>
          <p:cNvSpPr/>
          <p:nvPr/>
        </p:nvSpPr>
        <p:spPr>
          <a:xfrm>
            <a:off x="333756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52044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Muller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52044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2044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3756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21792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9107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Compliance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Brennan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Spoilage risk score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09828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7143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1" name="Text 28"/>
          <p:cNvSpPr/>
          <p:nvPr/>
        </p:nvSpPr>
        <p:spPr>
          <a:xfrm>
            <a:off x="909828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360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928116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Berger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28116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28116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8,200 missing weights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09828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3035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Delivery Exp.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4008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Lisa Park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4008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4008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WISMO: 41%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720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756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341071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333756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Readiness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352044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Dr. Elena Vasquez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52044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352044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Lot capture: 85%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333756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21792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291072" y="362102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52" name="Text 49"/>
          <p:cNvSpPr/>
          <p:nvPr/>
        </p:nvSpPr>
        <p:spPr>
          <a:xfrm>
            <a:off x="621792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Cost Impact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640080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CFO Office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40080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Daily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40080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$127M annual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21792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Sense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Remote Engine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Gen2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End-To-End Demo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7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Sense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23 Tables  •  9 Flows  •  7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2026-02-27T16:31:46Z</dcterms:created>
  <dcterms:modified xsi:type="dcterms:W3CDTF">2026-02-27T16:31:46Z</dcterms:modified>
</cp:coreProperties>
</file>