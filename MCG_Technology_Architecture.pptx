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3716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Open Lakehouse  •  8 Transformation Routes  •  7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03911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03911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05663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5663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07415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07415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(7 products)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9189720" y="242316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9262872" y="2478024"/>
            <a:ext cx="1545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9262872" y="2898648"/>
            <a:ext cx="1545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Stewardship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7" name="Text 44"/>
          <p:cNvSpPr/>
          <p:nvPr/>
        </p:nvSpPr>
        <p:spPr>
          <a:xfrm>
            <a:off x="203911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203911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Text 47"/>
          <p:cNvSpPr/>
          <p:nvPr/>
        </p:nvSpPr>
        <p:spPr>
          <a:xfrm>
            <a:off x="496519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496519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• SLA Model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7891272" y="3849624"/>
            <a:ext cx="29169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7891272" y="4270248"/>
            <a:ext cx="29169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9" name="Text 56"/>
          <p:cNvSpPr/>
          <p:nvPr/>
        </p:nvSpPr>
        <p:spPr>
          <a:xfrm>
            <a:off x="2039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60" name="Text 57"/>
          <p:cNvSpPr/>
          <p:nvPr/>
        </p:nvSpPr>
        <p:spPr>
          <a:xfrm>
            <a:off x="2039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2" name="Text 59"/>
          <p:cNvSpPr/>
          <p:nvPr/>
        </p:nvSpPr>
        <p:spPr>
          <a:xfrm>
            <a:off x="4325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4325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5" name="Text 62"/>
          <p:cNvSpPr/>
          <p:nvPr/>
        </p:nvSpPr>
        <p:spPr>
          <a:xfrm>
            <a:off x="6611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66" name="Text 63"/>
          <p:cNvSpPr/>
          <p:nvPr/>
        </p:nvSpPr>
        <p:spPr>
          <a:xfrm>
            <a:off x="6611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1000" dirty="0"/>
          </a:p>
        </p:txBody>
      </p:sp>
      <p:sp>
        <p:nvSpPr>
          <p:cNvPr id="67" name="Shape 64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8" name="Text 65"/>
          <p:cNvSpPr/>
          <p:nvPr/>
        </p:nvSpPr>
        <p:spPr>
          <a:xfrm>
            <a:off x="8897112" y="5129784"/>
            <a:ext cx="1911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8897112" y="5550408"/>
            <a:ext cx="19110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MCG_Order__c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MCG_Product__c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8183880" y="2898648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8302752" y="2898648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cold_chain_compliance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8183880" y="3410712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302752" y="3410712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product_master_360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183880" y="3922776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8302752" y="3922776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customer_delivery_experience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8183880" y="443484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8302752" y="443484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compliance_readiness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8183880" y="494690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302752" y="494690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operational_cost_impact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67" name="Shape 6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68" name="Text 6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69" name="Text 6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— tAddressRowStandardize → tAddressRowValidate → tGeocode (callable service)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Gold-Layer Data Products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30352" y="1060704"/>
            <a:ext cx="255117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15 min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33756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410712" y="1060704"/>
            <a:ext cx="255117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7" name="Text 14"/>
          <p:cNvSpPr/>
          <p:nvPr/>
        </p:nvSpPr>
        <p:spPr>
          <a:xfrm>
            <a:off x="333756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52044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Muller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52044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30 min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52044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33756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21792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291072" y="1060704"/>
            <a:ext cx="255117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Compliance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40080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Thomas Brennan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40080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5 min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40080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Spoilage risk score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1792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909828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171432" y="1060704"/>
            <a:ext cx="255117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8"/>
          <p:cNvSpPr/>
          <p:nvPr/>
        </p:nvSpPr>
        <p:spPr>
          <a:xfrm>
            <a:off x="909828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360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928116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Thomas Berger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28116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1 hour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928116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8,200 missing weights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909828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57200" y="356616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30352" y="3621024"/>
            <a:ext cx="2551176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8" name="Text 35"/>
          <p:cNvSpPr/>
          <p:nvPr/>
        </p:nvSpPr>
        <p:spPr>
          <a:xfrm>
            <a:off x="457200" y="3749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Delivery Exp.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640080" y="4251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Lisa Park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40080" y="4526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1 hour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640080" y="48006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WISMO: 41%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57200" y="53035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337560" y="356616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3410712" y="3621024"/>
            <a:ext cx="2551176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3337560" y="3749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Readiness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3520440" y="4251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Dr. Elena Vasquez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520440" y="4526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3520440" y="48006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Lot capture: 85%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3337560" y="53035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6217920" y="356616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291072" y="3621024"/>
            <a:ext cx="255117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52" name="Text 49"/>
          <p:cNvSpPr/>
          <p:nvPr/>
        </p:nvSpPr>
        <p:spPr>
          <a:xfrm>
            <a:off x="6217920" y="3749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Cost Impact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6400800" y="4251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CFO Office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6400800" y="4526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400800" y="48006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$127M annual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6217920" y="53035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spoilage_risk_score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feature: route_id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sla_met (Y/N)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address_quality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5895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895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336499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6499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597103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97103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857707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857707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Salesforce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sf_contacts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sf_orders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sf_products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Engine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Gen2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Salesforce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Bronze tables  •  8 Silver transformations + 1 Talend job  •  7 Gold data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campaigns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Analytics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(Spoilage + SLA)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WISMO,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23 Tables  •  9 Flows  •  7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Technology Architecture — Qlik Cloud Full Stack Demo</dc:title>
  <dc:subject>PptxGenJS Presentation</dc:subject>
  <dc:creator>Qlik</dc:creator>
  <cp:lastModifiedBy>Qlik</cp:lastModifiedBy>
  <cp:revision>1</cp:revision>
  <dcterms:created xsi:type="dcterms:W3CDTF">2026-03-05T19:24:18Z</dcterms:created>
  <dcterms:modified xsi:type="dcterms:W3CDTF">2026-03-05T19:24:18Z</dcterms:modified>
</cp:coreProperties>
</file>